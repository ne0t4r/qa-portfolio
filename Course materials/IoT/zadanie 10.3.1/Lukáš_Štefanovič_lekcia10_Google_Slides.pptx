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8c6dd72617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8c6dd72617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8c6dd72617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8c6dd72617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8c6dd72617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8c6dd72617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8c6dd72617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8c6dd72617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8c80acc34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8c80acc34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8c6dd72617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8c6dd72617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2" name="Google Shape;12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2" name="Google Shape;22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1" name="Google Shape;31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3" name="Google Shape;53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" name="Google Shape;58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" name="Google Shape;64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2" name="Google Shape;72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0"/>
            <a:ext cx="37392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Microsoft Teams pre Android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h_zm3lpUXxI" TargetMode="External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latin typeface="Arial"/>
                <a:ea typeface="Arial"/>
                <a:cs typeface="Arial"/>
                <a:sym typeface="Arial"/>
              </a:rPr>
              <a:t>Microsoft Teams pre Android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 b="-41680" l="0" r="0" t="41680"/>
          <a:stretch/>
        </p:blipFill>
        <p:spPr>
          <a:xfrm>
            <a:off x="4100450" y="2781325"/>
            <a:ext cx="6600950" cy="40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625" y="85338"/>
            <a:ext cx="1816740" cy="168988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9" name="Google Shape;89;p13"/>
          <p:cNvSpPr txBox="1"/>
          <p:nvPr/>
        </p:nvSpPr>
        <p:spPr>
          <a:xfrm>
            <a:off x="291800" y="3661800"/>
            <a:ext cx="27459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200">
                <a:solidFill>
                  <a:schemeClr val="lt1"/>
                </a:solidFill>
              </a:rPr>
              <a:t>Lukáš Štefanovič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200">
                <a:solidFill>
                  <a:schemeClr val="lt1"/>
                </a:solidFill>
              </a:rPr>
              <a:t>13.10.2023</a:t>
            </a:r>
            <a:endParaRPr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311700" y="410000"/>
            <a:ext cx="78441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3400">
                <a:latin typeface="Arial"/>
                <a:ea typeface="Arial"/>
                <a:cs typeface="Arial"/>
                <a:sym typeface="Arial"/>
              </a:rPr>
              <a:t>Najčastejšie zariadenia s Androidom</a:t>
            </a:r>
            <a:r>
              <a:rPr b="1" lang="sk">
                <a:latin typeface="Arial"/>
                <a:ea typeface="Arial"/>
                <a:cs typeface="Arial"/>
                <a:sym typeface="Arial"/>
              </a:rPr>
              <a:t> 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430225" y="1243350"/>
            <a:ext cx="2735400" cy="32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71161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sk" sz="35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smartfóny</a:t>
            </a:r>
            <a:endParaRPr sz="35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116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sk" sz="35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tablety</a:t>
            </a:r>
            <a:endParaRPr sz="35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116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sk" sz="35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hodinky</a:t>
            </a:r>
            <a:endParaRPr sz="35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116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sk" sz="35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náramky</a:t>
            </a:r>
            <a:endParaRPr sz="35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116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sk" sz="35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iné</a:t>
            </a:r>
            <a:endParaRPr sz="35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230000" y="1136900"/>
            <a:ext cx="5876700" cy="3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sk" sz="2200"/>
              <a:t> starší názov Android Market</a:t>
            </a:r>
            <a:endParaRPr sz="22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sk" sz="2200"/>
              <a:t>je digitálna distribučná platforma od spoločnosti Google, ktorá vznikla 6. marca 2012</a:t>
            </a:r>
            <a:endParaRPr sz="22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sk" sz="2200"/>
              <a:t>app store pre operačný systém Android</a:t>
            </a:r>
            <a:endParaRPr sz="2200"/>
          </a:p>
        </p:txBody>
      </p:sp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30000" y="356300"/>
            <a:ext cx="42864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3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Play</a:t>
            </a:r>
            <a:endParaRPr b="1" sz="3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/>
        </p:nvSpPr>
        <p:spPr>
          <a:xfrm>
            <a:off x="230000" y="1475750"/>
            <a:ext cx="5570100" cy="27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sk" sz="2200"/>
              <a:t>nutné mať účet Google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sk" sz="2200"/>
              <a:t>aplikácie a digitálny obsah sú prepojené s vaším účtom Google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sk" sz="2200"/>
              <a:t>môžete ich použiť na viacerých zariadeniach</a:t>
            </a:r>
            <a:endParaRPr sz="2200"/>
          </a:p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230000" y="356300"/>
            <a:ext cx="42864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3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Play</a:t>
            </a:r>
            <a:endParaRPr b="1" sz="3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230000" y="1173675"/>
            <a:ext cx="3292800" cy="3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sk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sk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ry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sk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Aplikácie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sk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Knihy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230000" y="356300"/>
            <a:ext cx="42864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3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Play</a:t>
            </a:r>
            <a:endParaRPr b="1" sz="3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525" y="194225"/>
            <a:ext cx="2062213" cy="45856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17"/>
          <p:cNvCxnSpPr>
            <a:endCxn id="120" idx="1"/>
          </p:cNvCxnSpPr>
          <p:nvPr/>
        </p:nvCxnSpPr>
        <p:spPr>
          <a:xfrm>
            <a:off x="5075150" y="483700"/>
            <a:ext cx="87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1" name="Google Shape;121;p17"/>
          <p:cNvCxnSpPr>
            <a:endCxn id="122" idx="1"/>
          </p:cNvCxnSpPr>
          <p:nvPr/>
        </p:nvCxnSpPr>
        <p:spPr>
          <a:xfrm>
            <a:off x="4803375" y="500025"/>
            <a:ext cx="1143000" cy="48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20" name="Google Shape;120;p17"/>
          <p:cNvSpPr txBox="1"/>
          <p:nvPr/>
        </p:nvSpPr>
        <p:spPr>
          <a:xfrm>
            <a:off x="5946350" y="274600"/>
            <a:ext cx="2864400" cy="418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200">
                <a:solidFill>
                  <a:schemeClr val="dk1"/>
                </a:solidFill>
              </a:rPr>
              <a:t>Profil a nastavenie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5946375" y="773925"/>
            <a:ext cx="2864400" cy="418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200">
                <a:solidFill>
                  <a:schemeClr val="dk1"/>
                </a:solidFill>
              </a:rPr>
              <a:t>Notifikácie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5946375" y="1268500"/>
            <a:ext cx="1568100" cy="52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200">
                <a:solidFill>
                  <a:schemeClr val="dk1"/>
                </a:solidFill>
              </a:rPr>
              <a:t>Kategórie</a:t>
            </a:r>
            <a:endParaRPr b="1" sz="2200">
              <a:solidFill>
                <a:schemeClr val="dk1"/>
              </a:solidFill>
            </a:endParaRPr>
          </a:p>
        </p:txBody>
      </p:sp>
      <p:cxnSp>
        <p:nvCxnSpPr>
          <p:cNvPr id="124" name="Google Shape;124;p17"/>
          <p:cNvCxnSpPr>
            <a:endCxn id="123" idx="1"/>
          </p:cNvCxnSpPr>
          <p:nvPr/>
        </p:nvCxnSpPr>
        <p:spPr>
          <a:xfrm>
            <a:off x="4615275" y="747700"/>
            <a:ext cx="1331100" cy="7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5" name="Google Shape;125;p17"/>
          <p:cNvCxnSpPr>
            <a:endCxn id="126" idx="1"/>
          </p:cNvCxnSpPr>
          <p:nvPr/>
        </p:nvCxnSpPr>
        <p:spPr>
          <a:xfrm>
            <a:off x="3841575" y="546275"/>
            <a:ext cx="2104800" cy="158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26" name="Google Shape;126;p17"/>
          <p:cNvSpPr txBox="1"/>
          <p:nvPr/>
        </p:nvSpPr>
        <p:spPr>
          <a:xfrm>
            <a:off x="5946375" y="1868075"/>
            <a:ext cx="2704200" cy="52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200">
                <a:solidFill>
                  <a:schemeClr val="dk1"/>
                </a:solidFill>
              </a:rPr>
              <a:t>Vyhľadávacie pole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5946400" y="2367400"/>
            <a:ext cx="1477500" cy="137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200">
                <a:solidFill>
                  <a:schemeClr val="dk1"/>
                </a:solidFill>
              </a:rPr>
              <a:t>Hry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200">
                <a:solidFill>
                  <a:schemeClr val="dk1"/>
                </a:solidFill>
              </a:rPr>
              <a:t>Aplikacie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200">
                <a:solidFill>
                  <a:schemeClr val="dk1"/>
                </a:solidFill>
              </a:rPr>
              <a:t>Knihy</a:t>
            </a:r>
            <a:endParaRPr b="1" sz="2200">
              <a:solidFill>
                <a:schemeClr val="dk1"/>
              </a:solidFill>
            </a:endParaRPr>
          </a:p>
        </p:txBody>
      </p:sp>
      <p:cxnSp>
        <p:nvCxnSpPr>
          <p:cNvPr id="128" name="Google Shape;128;p17"/>
          <p:cNvCxnSpPr>
            <a:endCxn id="127" idx="1"/>
          </p:cNvCxnSpPr>
          <p:nvPr/>
        </p:nvCxnSpPr>
        <p:spPr>
          <a:xfrm flipH="1" rot="10800000">
            <a:off x="4378300" y="3056350"/>
            <a:ext cx="1568100" cy="128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  <p:pic>
        <p:nvPicPr>
          <p:cNvPr descr="You can download and Install Microsoft teams on iPhone and android devices then access corporate data from anywhere." id="134" name="Google Shape;134;p18" title="install Microsoft Teams on Mobile device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4662" y="975450"/>
            <a:ext cx="6534675" cy="367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>
            <p:ph type="title"/>
          </p:nvPr>
        </p:nvSpPr>
        <p:spPr>
          <a:xfrm>
            <a:off x="2071800" y="302450"/>
            <a:ext cx="50004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sk" sz="2400"/>
              <a:t>Ako  nainštalovať Microsoft Teams</a:t>
            </a:r>
            <a:endParaRPr b="1" sz="2400"/>
          </a:p>
        </p:txBody>
      </p:sp>
      <p:sp>
        <p:nvSpPr>
          <p:cNvPr id="136" name="Google Shape;136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311700" y="267625"/>
            <a:ext cx="8520600" cy="11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sk" sz="6000"/>
              <a:t>Ďakujem za pozornosť</a:t>
            </a:r>
            <a:endParaRPr b="1" sz="6000"/>
          </a:p>
        </p:txBody>
      </p:sp>
      <p:sp>
        <p:nvSpPr>
          <p:cNvPr id="142" name="Google Shape;142;p19"/>
          <p:cNvSpPr txBox="1"/>
          <p:nvPr/>
        </p:nvSpPr>
        <p:spPr>
          <a:xfrm>
            <a:off x="2014200" y="1379950"/>
            <a:ext cx="5115600" cy="15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Priestor pre Vaše otázky</a:t>
            </a:r>
            <a:endParaRPr sz="2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8850" y="2689325"/>
            <a:ext cx="3306300" cy="220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